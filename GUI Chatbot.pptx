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5/29/2026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CF408-6508-DB20-EE11-DA44C2D94F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Summary of </a:t>
            </a:r>
            <a:r>
              <a:rPr lang="en-US" dirty="0" err="1"/>
              <a:t>ChatbotGUI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C4E4DF-F6CC-DD14-0517-888C42CAA2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MEGATRON CHATBOT</a:t>
            </a:r>
          </a:p>
        </p:txBody>
      </p:sp>
    </p:spTree>
    <p:extLst>
      <p:ext uri="{BB962C8B-B14F-4D97-AF65-F5344CB8AC3E}">
        <p14:creationId xmlns:p14="http://schemas.microsoft.com/office/powerpoint/2010/main" val="268080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AAE02-3A7B-E5DF-EB8C-0A20F3C63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MainWindow.xaml.cs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028ED-1A87-91B6-B960-4BF07E254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program creates a WPF chatbot interface where users can type messages into an input box and send them using a button click event</a:t>
            </a:r>
          </a:p>
          <a:p>
            <a:r>
              <a:rPr lang="en-US" dirty="0"/>
              <a:t>User input is processed through a Chatbot class using the </a:t>
            </a:r>
            <a:r>
              <a:rPr lang="en-US" dirty="0" err="1"/>
              <a:t>GetResponse</a:t>
            </a:r>
            <a:r>
              <a:rPr lang="en-US" dirty="0"/>
              <a:t>( ) method, and both user and bot messages are displayed in the chat window</a:t>
            </a:r>
          </a:p>
          <a:p>
            <a:r>
              <a:rPr lang="en-US" dirty="0"/>
              <a:t>The application uses </a:t>
            </a:r>
            <a:r>
              <a:rPr lang="en-US" dirty="0" err="1"/>
              <a:t>SpeechSynthesizer</a:t>
            </a:r>
            <a:r>
              <a:rPr lang="en-US" dirty="0"/>
              <a:t> from </a:t>
            </a:r>
            <a:r>
              <a:rPr lang="en-US" dirty="0" err="1"/>
              <a:t>System.Speech.Synthesis</a:t>
            </a:r>
            <a:r>
              <a:rPr lang="en-US" dirty="0"/>
              <a:t> to convert the chatbot’s responses into spoken audio for interactive voice feedback</a:t>
            </a:r>
          </a:p>
        </p:txBody>
      </p:sp>
    </p:spTree>
    <p:extLst>
      <p:ext uri="{BB962C8B-B14F-4D97-AF65-F5344CB8AC3E}">
        <p14:creationId xmlns:p14="http://schemas.microsoft.com/office/powerpoint/2010/main" val="2308923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A58E9-670F-D0B1-53AB-AF30610F0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MainWindow.xaml.cs</a:t>
            </a:r>
            <a:r>
              <a:rPr lang="en-US" dirty="0"/>
              <a:t>(screenshots)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3B56059-2200-2DC3-96B8-D74A5BC5F5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322" y="2052638"/>
            <a:ext cx="7459132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708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1944F-6C98-E41D-ED2C-850E1D81E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D94E2D-F962-83B5-5E43-8F796F11FC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322" y="2052638"/>
            <a:ext cx="7459132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542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1E270-4F7D-F361-09B5-BC0436D52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78F43A-E55A-F568-F722-FBF4ACDEB7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322" y="2052638"/>
            <a:ext cx="7459132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047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23AE8-A938-BCEF-6E1A-E2AEE8EA7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Chatbot.cs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64D24-D023-31BD-A170-1A7A3A2CD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chatbot uses a dictionary of cybersecurity topics(such as passwords and phishing) to provide relevant advice and randomly selected responses</a:t>
            </a:r>
          </a:p>
          <a:p>
            <a:r>
              <a:rPr lang="en-US" dirty="0"/>
              <a:t>The program includes sentiment detection, conversation memory, and follow-up responses, allowing the chatbot to react differently when users are worried, confused, or ask for more information</a:t>
            </a:r>
          </a:p>
          <a:p>
            <a:r>
              <a:rPr lang="en-US" dirty="0"/>
              <a:t>The chatbot validates empty inputs, remembers the last discussed topic, and provides context-aware cybersecurity tips and guidance for safer online </a:t>
            </a:r>
            <a:r>
              <a:rPr lang="en-US" dirty="0" err="1"/>
              <a:t>behaviour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96444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AE12-76BE-343D-1335-DC9F56BC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Chatbot.cs</a:t>
            </a:r>
            <a:r>
              <a:rPr lang="en-US" dirty="0"/>
              <a:t> (screenshots)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B5FDC1-28EA-CDC3-381C-D0A0243331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322" y="2052638"/>
            <a:ext cx="7459132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223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29AF7-5573-2275-16F2-1F5435F2B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E8BE71-5E23-8DF5-720C-F9365D4D7E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322" y="2052638"/>
            <a:ext cx="7459132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108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1578B-A5B3-C9C1-7558-D8C697DF5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BA2E63-800D-0DFC-3CA1-E5F5208510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322" y="2052638"/>
            <a:ext cx="7459132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78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9EE03-57C3-A12A-0C8D-2BF3E1E6C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6C496D-EB5F-A51B-23E6-0F68771BB4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322" y="2052638"/>
            <a:ext cx="7459132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796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5D944-23A9-34E3-A9A9-752DA3F0A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39C1EE-714B-3C90-8773-C79F7AA43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322" y="2052638"/>
            <a:ext cx="7459132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032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9660E-FA8C-3D5E-B068-E6042C759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MemoryManager.cs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0F771-775B-CD43-7AFA-74871B9E9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MemoryManager</a:t>
            </a:r>
            <a:r>
              <a:rPr lang="en-US" dirty="0"/>
              <a:t> class stores a static variable </a:t>
            </a:r>
            <a:r>
              <a:rPr lang="en-US" dirty="0" err="1"/>
              <a:t>FavouriteTopic</a:t>
            </a:r>
            <a:r>
              <a:rPr lang="en-US" dirty="0"/>
              <a:t>, which keeps track of the user’s preferred cybersecurity topic across the application</a:t>
            </a:r>
          </a:p>
          <a:p>
            <a:r>
              <a:rPr lang="en-US" dirty="0"/>
              <a:t>Because the variable is static, it can be accessed anywhere in the program, allowing the chatbot to personalize responses based on user interests</a:t>
            </a:r>
          </a:p>
        </p:txBody>
      </p:sp>
    </p:spTree>
    <p:extLst>
      <p:ext uri="{BB962C8B-B14F-4D97-AF65-F5344CB8AC3E}">
        <p14:creationId xmlns:p14="http://schemas.microsoft.com/office/powerpoint/2010/main" val="1186045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2D5A9-128A-BF6E-8556-F9DBD9F65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MemoryManager.cs</a:t>
            </a:r>
            <a:r>
              <a:rPr lang="en-US" dirty="0"/>
              <a:t> (screenshots)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52F940-EFCB-7195-F972-CC4E7F387C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322" y="2052638"/>
            <a:ext cx="7459132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506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FFB81-AC5A-440F-2D13-FD3B5DD26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SentimentAnalyzer.cs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85C8D-9CFC-54D0-DA6F-4FE7A47C0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SentimentAnalyzer</a:t>
            </a:r>
            <a:r>
              <a:rPr lang="en-US" dirty="0"/>
              <a:t> class checks user input for keywords like “worried” or “confused” to identify the user’s emotional state</a:t>
            </a:r>
          </a:p>
          <a:p>
            <a:r>
              <a:rPr lang="en-US" dirty="0"/>
              <a:t>It returns a sentiment label (“worried”, “confused”, or “neutral”) which helps the chatbot adjust its responses based on user emotions </a:t>
            </a:r>
          </a:p>
        </p:txBody>
      </p:sp>
    </p:spTree>
    <p:extLst>
      <p:ext uri="{BB962C8B-B14F-4D97-AF65-F5344CB8AC3E}">
        <p14:creationId xmlns:p14="http://schemas.microsoft.com/office/powerpoint/2010/main" val="1956627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AC14F-98C0-FAFA-1387-381F51964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SentimentAnalyzer.cs</a:t>
            </a:r>
            <a:r>
              <a:rPr lang="en-US" dirty="0"/>
              <a:t> (screenshots)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91A94A-17BF-108D-588B-FAD542B25B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322" y="2052638"/>
            <a:ext cx="7459132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199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10E02-12B8-B707-BF5C-1BF6BE440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MainWindow.xaml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F5958-DD3F-73B7-9C3A-94796C2A9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where the graphical user interface is designed from scratch using the WPF </a:t>
            </a:r>
          </a:p>
          <a:p>
            <a:r>
              <a:rPr lang="en-US" dirty="0"/>
              <a:t>Whatever the user comes across first when using the chatbot application, its designs would have come from the </a:t>
            </a:r>
            <a:r>
              <a:rPr lang="en-US" dirty="0" err="1"/>
              <a:t>MainWindow.xaml</a:t>
            </a:r>
            <a:endParaRPr lang="en-US" dirty="0"/>
          </a:p>
          <a:p>
            <a:r>
              <a:rPr lang="en-US" dirty="0"/>
              <a:t>It is because of the </a:t>
            </a:r>
            <a:r>
              <a:rPr lang="en-US" dirty="0" err="1"/>
              <a:t>MainWindow.xaml</a:t>
            </a:r>
            <a:r>
              <a:rPr lang="en-US" dirty="0"/>
              <a:t> that we are able to distinguish between a console chatbot app and a GUI chatbot app</a:t>
            </a:r>
          </a:p>
        </p:txBody>
      </p:sp>
    </p:spTree>
    <p:extLst>
      <p:ext uri="{BB962C8B-B14F-4D97-AF65-F5344CB8AC3E}">
        <p14:creationId xmlns:p14="http://schemas.microsoft.com/office/powerpoint/2010/main" val="3368224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3457E-DEAC-3052-5F80-58367F676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MainWindow.xaml</a:t>
            </a:r>
            <a:r>
              <a:rPr lang="en-US" dirty="0"/>
              <a:t>(screenshots)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09FEDE-9F0B-A8E3-540C-63446C43C4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322" y="2052638"/>
            <a:ext cx="7459132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6879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58</TotalTime>
  <Words>364</Words>
  <Application>Microsoft Office PowerPoint</Application>
  <PresentationFormat>Widescreen</PresentationFormat>
  <Paragraphs>31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Wingdings 3</vt:lpstr>
      <vt:lpstr>Ion</vt:lpstr>
      <vt:lpstr>Summary of ChatbotGUI</vt:lpstr>
      <vt:lpstr>MainWindow.xaml.cs</vt:lpstr>
      <vt:lpstr>MainWindow.xaml.cs(screenshots)</vt:lpstr>
      <vt:lpstr>continued</vt:lpstr>
      <vt:lpstr>continued</vt:lpstr>
      <vt:lpstr>Chatbot.cs</vt:lpstr>
      <vt:lpstr>Chatbot.cs (screenshots)</vt:lpstr>
      <vt:lpstr>continued</vt:lpstr>
      <vt:lpstr>continued</vt:lpstr>
      <vt:lpstr>continued</vt:lpstr>
      <vt:lpstr>continued</vt:lpstr>
      <vt:lpstr>MemoryManager.cs</vt:lpstr>
      <vt:lpstr>MemoryManager.cs (screenshots)</vt:lpstr>
      <vt:lpstr>SentimentAnalyzer.cs</vt:lpstr>
      <vt:lpstr>SentimentAnalyzer.cs (screenshots)</vt:lpstr>
      <vt:lpstr>MainWindow.xaml</vt:lpstr>
      <vt:lpstr>MainWindow.xaml(screenshots)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Tebogo Maepa</dc:creator>
  <cp:lastModifiedBy>Tebogo Maepa</cp:lastModifiedBy>
  <cp:revision>1</cp:revision>
  <dcterms:created xsi:type="dcterms:W3CDTF">2026-05-29T17:43:26Z</dcterms:created>
  <dcterms:modified xsi:type="dcterms:W3CDTF">2026-05-29T18:42:20Z</dcterms:modified>
</cp:coreProperties>
</file>